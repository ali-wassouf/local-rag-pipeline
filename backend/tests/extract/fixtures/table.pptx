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00" y="100"/>
          <a:ext cx="40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00"/>
                <a:gridCol w="2000000"/>
              </a:tblGrid>
              <a:tr h="5000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</a:tr>
              <a:tr h="500000">
                <a:tc>
                  <a:txBody>
                    <a:bodyPr/>
                    <a:lstStyle/>
                    <a:p>
                      <a: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